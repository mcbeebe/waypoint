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WAYPOINT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Navigation for Disability Families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child's unexpected journey. Every step, mapped.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657600"/>
            <a:ext cx="18288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Mike Beebe  •  Founder &amp; CEO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February 2026  •  Bootstrapped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WAYPOINT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  •  Confidential  •  February 2026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73152" cy="685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097280"/>
            <a:ext cx="8092440" cy="685800"/>
          </a:xfrm>
          <a:prstGeom prst="rect">
            <a:avLst>
              <a:gd name="adj" fmla="val 6667"/>
            </a:avLst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1430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Parents are exhausted before the paperwork starts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caregiving, therapies, medical appointments, behavioral challenges — then the admin burden lands on top.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73152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2011680"/>
            <a:ext cx="8092440" cy="685800"/>
          </a:xfrm>
          <a:prstGeom prst="rect">
            <a:avLst>
              <a:gd name="adj" fmla="val 6667"/>
            </a:avLst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057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15–25 entities, zero coordination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Center, IEP teams, IHSS, SSI, Medi-Cal, CCS, DOR, insurance, therapy providers — none talk to each other.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73152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2926080"/>
            <a:ext cx="8092440" cy="685800"/>
          </a:xfrm>
          <a:prstGeom prst="rect">
            <a:avLst>
              <a:gd name="adj" fmla="val 6667"/>
            </a:avLst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971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quarterback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parent is the only person who sees the full picture. They're expected to project-manage a system that wasn't designed to be managed.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73152" cy="685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3840480"/>
            <a:ext cx="8092440" cy="685800"/>
          </a:xfrm>
          <a:prstGeom prst="rect">
            <a:avLst>
              <a:gd name="adj" fmla="val 6667"/>
            </a:avLst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8862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of getting it wrong is devastating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4160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deadlines = lost benefits. Bad IEP goals = inadequate services. Unfiled reimbursements = thousands lost.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WAYPOINT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  •  Confidential  •  February 2026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Waypoint is an AI agent that acts as the quarterback families never had.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566928"/>
          </a:xfrm>
          <a:prstGeom prst="rect">
            <a:avLst>
              <a:gd name="adj" fmla="val 8065"/>
            </a:avLst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Navigator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0" y="150876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complex questions with cited sources, grounded in CA disability law + policy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21408"/>
            <a:ext cx="8229600" cy="566928"/>
          </a:xfrm>
          <a:prstGeom prst="rect">
            <a:avLst>
              <a:gd name="adj" fmla="val 8065"/>
            </a:avLst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6712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Engine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216712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eligibility across 100+ programs based on child's profile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79776"/>
            <a:ext cx="8229600" cy="566928"/>
          </a:xfrm>
          <a:prstGeom prst="rect">
            <a:avLst>
              <a:gd name="adj" fmla="val 8065"/>
            </a:avLst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82549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IEP Redline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0" y="282549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IEP, get AI suggestions with legal citations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38144"/>
            <a:ext cx="8229600" cy="566928"/>
          </a:xfrm>
          <a:prstGeom prst="rect">
            <a:avLst>
              <a:gd name="adj" fmla="val 8065"/>
            </a:avLst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8386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Expense Tracker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348386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therapy costs, flag RC-reimbursable items, prep submissions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096512"/>
            <a:ext cx="8229600" cy="566928"/>
          </a:xfrm>
          <a:prstGeom prst="rect">
            <a:avLst>
              <a:gd name="adj" fmla="val 8065"/>
            </a:avLst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14223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Cards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0" y="414223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next actions: deadlines, forms, contacts, scripts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AI Agent Actually Does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WAYPOINT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  •  Confidential  •  February 2026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731520"/>
          </a:xfrm>
          <a:prstGeom prst="rect">
            <a:avLst>
              <a:gd name="adj" fmla="val 6250"/>
            </a:avLst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Drafts Emails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17520" y="1188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ready-to-send messages to service coordinators, teachers, and insurance companies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731520"/>
          </a:xfrm>
          <a:prstGeom prst="rect">
            <a:avLst>
              <a:gd name="adj" fmla="val 6250"/>
            </a:avLst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031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Appeals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17520" y="21031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appeal letters with legal citations when services are denied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731520"/>
          </a:xfrm>
          <a:prstGeom prst="rect">
            <a:avLst>
              <a:gd name="adj" fmla="val 6250"/>
            </a:avLst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17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IEPs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17520" y="30175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uploaded IEPs and flags missing services, weak goals, and compliance gaps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8229600" cy="731520"/>
          </a:xfrm>
          <a:prstGeom prst="rect">
            <a:avLst>
              <a:gd name="adj" fmla="val 6250"/>
            </a:avLst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31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Reimbursements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17520" y="3931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expenses and prepares RC reimbursement submissions with proper POS codes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 + What's Next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WAYPOINT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  •  Confidential  •  February 2026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Working web app (Google Apps Script)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6642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AI navigation with Claude API + RAG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9568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Action cards + agency lookup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2494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RC zip code lookup system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5420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SMS integration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Landing pages for WP + IEPClarity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VALIDATING (90-day plan)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15 beta families from Oakland networks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16642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Target NPS &gt; 40 by Week 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19568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3 documented family outcomes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22494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5 paid IEPClarity customers by Week 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25420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1 RCEB service coordinator demo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834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Willingness-to-pay confirmed at $9.99/mo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sources: personal network, Embracing Autism Collaborative, BIA Oakland, Piedmont Rec adaptive program, RCEB parent groups, local FB support group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WAYPOINT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  •  Confidential  •  February 2026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926080" y="1463040"/>
            <a:ext cx="2560320" cy="25603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3291840" y="1828800"/>
            <a:ext cx="1828800" cy="1828800"/>
          </a:xfrm>
          <a:prstGeom prst="ellipse">
            <a:avLst/>
          </a:prstGeom>
          <a:solidFill>
            <a:srgbClr val="0D7AA0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0" y="2194560"/>
            <a:ext cx="1097280" cy="10972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1463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TAM: $2.05B/yr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0" y="1783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11.4M children with disabilities in U.S.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0" y="2377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SAM: $756M/yr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0" y="2697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States with developed DD systems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SOM: $14.4M/yr (Y3)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0" y="3611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Regional Center, 2% penetration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1965960" cy="914400"/>
          </a:xfrm>
          <a:prstGeom prst="rect">
            <a:avLst>
              <a:gd name="adj" fmla="val 5000"/>
            </a:avLst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9776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 31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" y="43891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 w/ autism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(CDC 2025)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06040" y="3931920"/>
            <a:ext cx="1965960" cy="914400"/>
          </a:xfrm>
          <a:prstGeom prst="rect">
            <a:avLst>
              <a:gd name="adj" fmla="val 5000"/>
            </a:avLst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2606040" y="39776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 12.5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606040" y="43891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boys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ASD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3931920"/>
            <a:ext cx="1965960" cy="914400"/>
          </a:xfrm>
          <a:prstGeom prst="rect">
            <a:avLst>
              <a:gd name="adj" fmla="val 5000"/>
            </a:avLst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39776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400K+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754880" y="43891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Regional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 clients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03720" y="3931920"/>
            <a:ext cx="1965960" cy="914400"/>
          </a:xfrm>
          <a:prstGeom prst="rect">
            <a:avLst>
              <a:gd name="adj" fmla="val 5000"/>
            </a:avLst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39776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$18.7B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903720" y="43891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DDS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budget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WAYPOINT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  •  Confidential  •  February 2026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73152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0"/>
            <a:ext cx="8001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crossed the usefulness threshold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8001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Claude/GPT-4 can now reliably reason about complex eligibility rules, draft legal documents, and maintain context across multi-step workflows.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73152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057400"/>
            <a:ext cx="8001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Prevalence is surging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331720"/>
            <a:ext cx="8001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Autism: 1 in 31 nationally (up from 1 in 36 in 2023). California boys: 1 in 12.5. Minority children: even higher rates. Demand is growing faster than the system.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73152" cy="7772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017520"/>
            <a:ext cx="8001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funding under attack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291840"/>
            <a:ext cx="8001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1 enacted $880B in Medicaid cuts. CA faces $22B federal funding loss. DOR implemented waitlist Dec 2025. Families need tools to fight for shrinking resources.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73152" cy="7772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977640"/>
            <a:ext cx="8001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Undivided validated the market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4251960"/>
            <a:ext cx="8001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$9.4M raised, $99/mo pricing. Proved families will pay for navigation. But human-only model caps at ~$99/mo. AI unlocks $10/mo for the other 90% of families.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WAYPOINT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  •  Confidential  •  February 2026</a:t>
            </a:r>
            <a:endParaRPr lang="en-US" sz="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56032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2194560"/>
                <a:gridCol w="21945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Waypoint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Undivided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RC Navigators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$9.99-19.99/mo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$99/mo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(waitlisted)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Agent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— drafts, appeals, IEP review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AI product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Availability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24/7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hours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Caseload dependent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Personalization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+ child profile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 navigator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Varies by SC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Scalability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Infinite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 by staff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 by budget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RC Reimbursable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Target: POS 371/331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(validated)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Built-in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840480"/>
            <a:ext cx="8229600" cy="777240"/>
          </a:xfrm>
          <a:prstGeom prst="rect">
            <a:avLst>
              <a:gd name="adj" fmla="val 5882"/>
            </a:avLst>
          </a:prstGeom>
          <a:solidFill>
            <a:srgbClr val="7C2D12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388620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What if Undivided ships AI?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Their $9.4M and content library make this likely. Our defense: (1) AI-native architecture vs. bolt-on, (2) 10x lower price point serves different market segment, (3) they'll likely price AI tier at $30-50/mo leaving the &lt;$20 lane open, (4) their human Navigator brand creates organizational inertia against full AI pivot.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WAYPOINT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  •  Confidential  •  February 2026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77240"/>
          </a:xfrm>
          <a:prstGeom prst="rect">
            <a:avLst>
              <a:gd name="adj" fmla="val 5882"/>
            </a:avLst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SaaS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$9.99-19.99/mo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1188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Self-serve AI navigation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1188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84-89% gross margin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777240"/>
          </a:xfrm>
          <a:prstGeom prst="rect">
            <a:avLst>
              <a:gd name="adj" fmla="val 5882"/>
            </a:avLst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011680"/>
            <a:ext cx="73152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57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 Reimbursement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377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$50-150/user/mo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21031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 pays for families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2103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 gross margin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777240"/>
          </a:xfrm>
          <a:prstGeom prst="rect">
            <a:avLst>
              <a:gd name="adj" fmla="val 5882"/>
            </a:avLst>
          </a:prstGeom>
          <a:solidFill>
            <a:srgbClr val="E2E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926080"/>
            <a:ext cx="73152" cy="7772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971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IEPClarity.ai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291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$29-69 one-time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3017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IEP doc prep (feeder product)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3017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gross margin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8229600" cy="777240"/>
          </a:xfrm>
          <a:prstGeom prst="rect">
            <a:avLst>
              <a:gd name="adj" fmla="val 5882"/>
            </a:avLst>
          </a:prstGeom>
          <a:solidFill>
            <a:srgbClr val="E2E8F0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840480"/>
            <a:ext cx="73152" cy="7772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886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Directory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4206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$50-200/mo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0" y="39319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listings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0" y="3931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~100% gross margin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Projections (Conservative)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WAYPOINT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  •  Confidential  •  February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founder salary ($2-4K/mo). All numbers from conservative model.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371600" cy="731520"/>
          </a:xfrm>
          <a:prstGeom prst="rect">
            <a:avLst>
              <a:gd name="adj" fmla="val 6250"/>
            </a:avLst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$29K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011680" y="1600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~75 users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3657600" cy="731520"/>
          </a:xfrm>
          <a:prstGeom prst="rect">
            <a:avLst>
              <a:gd name="adj" fmla="val 6250"/>
            </a:avLst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06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$87K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297680" y="2697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~225 users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9319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84-98%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" y="43891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06040" y="39319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3-6x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606040" y="43891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LTV/CAC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39319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~$48K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754880" y="43891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03720" y="39319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16-18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03720" y="43891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Breakeven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(w/ salary)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Go-to-Market: Focus 90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WAYPOINT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  •  Confidential  •  February 2026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tracks, 90 days. Validate before scaling.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914400"/>
          </a:xfrm>
          <a:prstGeom prst="rect">
            <a:avLst>
              <a:gd name="adj" fmla="val 5000"/>
            </a:avLst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9144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08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A: Ship + Validate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1-6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 to Next.js, onboard 15 beta families from Oakland networks, achieve NPS &gt; 40, collect 3 outcome stories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8229600" cy="914400"/>
          </a:xfrm>
          <a:prstGeom prst="rect">
            <a:avLst>
              <a:gd name="adj" fmla="val 5000"/>
            </a:avLst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560320"/>
            <a:ext cx="73152" cy="914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606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B: Paid Validation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0" y="2606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5-8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IEPClarity.ai, get 5 paying customers, test Waypoint conversion funnel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914400"/>
          </a:xfrm>
          <a:prstGeom prst="rect">
            <a:avLst>
              <a:gd name="adj" fmla="val 5000"/>
            </a:avLst>
          </a:prstGeom>
          <a:solidFill>
            <a:srgbClr val="E2E8F0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657600"/>
            <a:ext cx="73152" cy="914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703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C: RC Introduction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7-8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4023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RCEB contacts, get warm intro via beta families, demo to 1 service coordinator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WAYPOINT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  •  Confidential  •  February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Mike Beebe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15+ years enterprise software — Director of Asset Management at King Energy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0299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Built Solaris platform managing 80+ solar sites, scaling to 200+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41401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Father navigating Regional Center + IEP system in Oakland for son Teddy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79806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Built working Waypoint prototype with AI navigation, action cards, RC lookup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18211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Deep knowledge of CA disability services: RCEB, IHSS, SSI, CCS, Medi-Cal, IEP law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Personally connected to Oakland disability community: Embracing Autism, BIA, Piedmont adaptive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isn't a market opportunity I discovered. It's a problem I live every day.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</a:rPr>
              <a:t>WAYPOINT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  •  Confidential  •  February 2026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914400"/>
          </a:xfrm>
          <a:prstGeom prst="rect">
            <a:avLst>
              <a:gd name="adj" fmla="val 10000"/>
            </a:avLst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Waypoint is bootstrapped with personal funds.
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We're investing ~$48K over 24 months to build, validate, and reach profitability.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seeking: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Center introductions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0" y="274320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connections to RC leadership, service coordinators, or vendors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Disability advocacy network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0" y="324612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Introductions to parent advocates, attorneys, and community organizations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Legal/compliance advisor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0" y="37490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HIPAA, FERPA, and AI safety guidance for a high-stakes family product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2519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advisors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31920" y="42519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 who've built consumer health/family products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4572000"/>
            <a:ext cx="18288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663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mike@waypointfamilies.com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Waypoint — Investor Pitch V3</dc:title>
  <dc:subject>PptxGenJS Presentation</dc:subject>
  <dc:creator>Mike Beebe</dc:creator>
  <cp:lastModifiedBy>Mike Beebe</cp:lastModifiedBy>
  <cp:revision>1</cp:revision>
  <dcterms:created xsi:type="dcterms:W3CDTF">2026-02-26T16:34:12Z</dcterms:created>
  <dcterms:modified xsi:type="dcterms:W3CDTF">2026-02-26T16:34:12Z</dcterms:modified>
</cp:coreProperties>
</file>