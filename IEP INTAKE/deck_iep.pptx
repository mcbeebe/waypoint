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348</c:v>
                </c:pt>
                <c:pt idx="1">
                  <c:v>1185</c:v>
                </c:pt>
                <c:pt idx="2">
                  <c:v>2700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rgbClr val="D483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288</c:v>
                </c:pt>
                <c:pt idx="1">
                  <c:v>1107</c:v>
                </c:pt>
                <c:pt idx="2">
                  <c:v>2392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834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IEPClarity.ai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child's IEP documents — organized and actionable in minutes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3291840"/>
            <a:ext cx="1097280" cy="36576"/>
          </a:xfrm>
          <a:prstGeom prst="rect">
            <a:avLst/>
          </a:prstGeom>
          <a:solidFill>
            <a:srgbClr val="D4834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9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 |  February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9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 |  King Energy · Waypoint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88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834640" y="1188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students with active IEPs — millions more with 504 plans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$150-400/hr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834640" y="21031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 special education advocate — out of reach for most families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13,000+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0" y="30175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districts, each with different IEP formats and processes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Overwhelmed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34640" y="3931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drowning in jargon-filled paperwork with real consequences for their child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IEP → receive an organized tracker with goals, deadlines, and action items in under 2 hours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749040" cy="123444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goals, services, accommodations, and dates from any IEP format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737360"/>
            <a:ext cx="3749040" cy="123444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116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Tracker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spreadsheet + PDF with progress indicators and deadline calendar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200400"/>
            <a:ext cx="3749040" cy="123444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747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Prep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and checklists to prepare for your next IEP meeting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3200400"/>
            <a:ext cx="3749040" cy="123444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747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48640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go — no appointments, no waiting, 24/7 availability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201168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$2.5B+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special education parent services market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560320" cy="201168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0" y="2331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actively seeking document help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560320" cy="201168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via community-led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parsing has reached production quality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parent-facing IEP tech tools exist — market is wide open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parent groups create explosive word-of-mouth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pipeline to Waypoint family navigation platform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97480" cy="6400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Document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IEP/504 parsed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tracker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summary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97280"/>
            <a:ext cx="2697480" cy="640080"/>
          </a:xfrm>
          <a:prstGeom prst="rect">
            <a:avLst/>
          </a:prstGeom>
          <a:solidFill>
            <a:srgbClr val="1A4D3E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97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Package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2044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of documents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Amendments included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Re-evaluation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processing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097280"/>
            <a:ext cx="2697480" cy="640080"/>
          </a:xfrm>
          <a:prstGeom prst="rect">
            <a:avLst/>
          </a:prstGeom>
          <a:solidFill>
            <a:srgbClr val="D4834E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097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$9/mo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tracking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reminders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prep guides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Waypoint pipeline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371600"/>
            <a:ext cx="731520" cy="7315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IEP document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scan — supports any district format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834E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71600"/>
            <a:ext cx="731520" cy="7315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quick context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Grade, district, concerns, upcoming dates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834E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1371600"/>
            <a:ext cx="731520" cy="7315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parses &amp; organizes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goals, services, accommodations, deadlines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834E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949440" y="118872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0" y="1371600"/>
            <a:ext cx="731520" cy="7315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delivered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+ PDF in &lt; 2 hours, zero human touch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advocate needed — no appointment, no waiting, available 24/7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Value: Waypoint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IEPClarity.ai is both a standalone revenue generator and a customer acquisition funnel for the Waypoint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IEPClarity Customer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0664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6400800" cy="640080"/>
          </a:xfrm>
          <a:prstGeom prst="rect">
            <a:avLst/>
          </a:prstGeom>
          <a:solidFill>
            <a:srgbClr val="3AA06E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+ Engaged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3200400"/>
            <a:ext cx="4572000" cy="640080"/>
          </a:xfrm>
          <a:prstGeom prst="rect">
            <a:avLst/>
          </a:prstGeom>
          <a:solidFill>
            <a:srgbClr val="D4834E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Interest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3200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108960" y="4023360"/>
            <a:ext cx="2926080" cy="640080"/>
          </a:xfrm>
          <a:prstGeom prst="rect">
            <a:avLst/>
          </a:prstGeom>
          <a:solidFill>
            <a:srgbClr val="1A4D3E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Active User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CAC for Waypoint: near zero — IEPClarity is independently profitable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97480" cy="329184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34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Community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parent groups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special ed subs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Advocacy newsletters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liaison referrals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97480" cy="329184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234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Professional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5544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4-8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 intake tool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law attorneys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Centers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pricing pilots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697480" cy="329184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234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Waypoint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15544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In-product CTAs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nurture sequence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conversion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Financial Projection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188720"/>
            <a:ext cx="2743200" cy="73152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035040" y="1188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$3,787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406640" y="1188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Profit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0" y="2103120"/>
            <a:ext cx="2743200" cy="73152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06640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Parsed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3017520"/>
            <a:ext cx="2743200" cy="73152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3504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&lt;$2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06640" y="30175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Parse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3931920"/>
            <a:ext cx="2743200" cy="731520"/>
          </a:xfrm>
          <a:prstGeom prst="rect">
            <a:avLst/>
          </a:prstGeom>
          <a:solidFill>
            <a:srgbClr val="F8FA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3931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406640" y="39319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Waypoint Conv.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834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solidFill>
            <a:srgbClr val="1435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2801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shared pipeline for document upload + AI parsing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solidFill>
            <a:srgbClr val="14352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18745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Beta: Free parses for 10 parents in Facebook groups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solidFill>
            <a:srgbClr val="14352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2468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launch at $29 — share testimonials in parent communities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solidFill>
            <a:srgbClr val="14352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30632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annual tier ($69) + begin advocate outreach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solidFill>
            <a:srgbClr val="14352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36576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Waypoint CTAs + launch email nurture sequence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solidFill>
            <a:srgbClr val="14352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51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03120" y="4251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 Go / Pause / No-Go on 60-day metrics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1097280" cy="36576"/>
          </a:xfrm>
          <a:prstGeom prst="rect">
            <a:avLst/>
          </a:prstGeom>
          <a:solidFill>
            <a:srgbClr val="D4834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investment: ~$50/mo operating costs + weekend build time  |  Strategic value: Waypoint lead gen at $0 CAC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IEPClarity.ai - Business Plan</dc:title>
  <dc:subject>PptxGenJS Presentation</dc:subject>
  <dc:creator>Mike | King Energy / Waypoint</dc:creator>
  <cp:lastModifiedBy>Mike | King Energy / Waypoint</cp:lastModifiedBy>
  <cp:revision>1</cp:revision>
  <dcterms:created xsi:type="dcterms:W3CDTF">2026-02-21T05:02:17Z</dcterms:created>
  <dcterms:modified xsi:type="dcterms:W3CDTF">2026-02-21T05:02:17Z</dcterms:modified>
</cp:coreProperties>
</file>